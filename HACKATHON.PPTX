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56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srinithya@outlook.com" userId="c6d2d22506d1e90d" providerId="LiveId" clId="{7ABEC79E-0870-417E-B127-CED9AF0767DD}"/>
    <pc:docChg chg="custSel modSld">
      <pc:chgData name="psrinithya@outlook.com" userId="c6d2d22506d1e90d" providerId="LiveId" clId="{7ABEC79E-0870-417E-B127-CED9AF0767DD}" dt="2026-10-03T08:53:44.184" v="350" actId="14100"/>
      <pc:docMkLst>
        <pc:docMk/>
      </pc:docMkLst>
      <pc:sldChg chg="modSp mod">
        <pc:chgData name="psrinithya@outlook.com" userId="c6d2d22506d1e90d" providerId="LiveId" clId="{7ABEC79E-0870-417E-B127-CED9AF0767DD}" dt="2026-10-03T08:36:06.334" v="348" actId="20577"/>
        <pc:sldMkLst>
          <pc:docMk/>
          <pc:sldMk cId="0" sldId="256"/>
        </pc:sldMkLst>
        <pc:spChg chg="mod">
          <ac:chgData name="psrinithya@outlook.com" userId="c6d2d22506d1e90d" providerId="LiveId" clId="{7ABEC79E-0870-417E-B127-CED9AF0767DD}" dt="2026-10-03T08:36:06.334" v="348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psrinithya@outlook.com" userId="c6d2d22506d1e90d" providerId="LiveId" clId="{7ABEC79E-0870-417E-B127-CED9AF0767DD}" dt="2026-10-03T08:53:44.184" v="350" actId="14100"/>
        <pc:sldMkLst>
          <pc:docMk/>
          <pc:sldMk cId="0" sldId="259"/>
        </pc:sldMkLst>
        <pc:spChg chg="mod">
          <ac:chgData name="psrinithya@outlook.com" userId="c6d2d22506d1e90d" providerId="LiveId" clId="{7ABEC79E-0870-417E-B127-CED9AF0767DD}" dt="2026-10-03T08:53:44.184" v="350" actId="14100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2388" y="0"/>
            <a:ext cx="12191695" cy="685800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457200"/>
            <a:ext cx="1097280" cy="10972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097280"/>
            <a:ext cx="548640" cy="548640"/>
          </a:xfrm>
          <a:prstGeom prst="ellipse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141732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693" y="583884"/>
            <a:ext cx="112701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4800" dirty="0"/>
              <a:t>EV CHARGING</a:t>
            </a:r>
            <a:r>
              <a:rPr lang="en-IN" sz="4800" dirty="0"/>
              <a:t> </a:t>
            </a:r>
            <a:r>
              <a:rPr sz="4800" dirty="0"/>
              <a:t>SLOT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605" y="1814766"/>
            <a:ext cx="10307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0F5E8"/>
                </a:solidFill>
              </a:defRPr>
            </a:pPr>
            <a:r>
              <a:rPr sz="2800" dirty="0"/>
              <a:t>Smart scheduling for faster, fairer and more efficient EV charging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675" y="3339572"/>
            <a:ext cx="2306805" cy="735086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SMART MOBILITY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306561"/>
            <a:ext cx="1828800" cy="812677"/>
          </a:xfrm>
          <a:prstGeom prst="round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EV +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599" y="3323066"/>
            <a:ext cx="2505722" cy="768097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605" y="4581674"/>
            <a:ext cx="1108821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lang="en-IN" sz="2800" b="1" dirty="0"/>
              <a:t>PRESENTED BY: 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lang="en-IN" sz="2800" b="1" dirty="0"/>
              <a:t>                              </a:t>
            </a:r>
            <a:r>
              <a:rPr lang="en-IN" sz="2800" b="1" dirty="0" err="1"/>
              <a:t>M.Lavanya</a:t>
            </a:r>
            <a:r>
              <a:rPr lang="en-IN" sz="2800" b="1" dirty="0"/>
              <a:t>, </a:t>
            </a:r>
            <a:r>
              <a:rPr lang="en-IN" sz="2800" b="1" dirty="0" err="1"/>
              <a:t>P.Akshaya</a:t>
            </a:r>
            <a:r>
              <a:rPr lang="en-IN" sz="2800" b="1" dirty="0"/>
              <a:t>, </a:t>
            </a:r>
            <a:r>
              <a:rPr lang="en-IN" sz="2800" b="1" dirty="0" err="1"/>
              <a:t>P.Srinithya</a:t>
            </a:r>
            <a:r>
              <a:rPr lang="en-IN" sz="2800" b="1" dirty="0"/>
              <a:t>, </a:t>
            </a:r>
            <a:r>
              <a:rPr lang="en-IN" sz="2800" b="1" dirty="0" err="1"/>
              <a:t>P.Vandhana</a:t>
            </a:r>
            <a:endParaRPr lang="en-IN" sz="2400" dirty="0"/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sz="2800" b="1" i="1" u="sng" dirty="0"/>
              <a:t>Problem Domain:</a:t>
            </a:r>
            <a:endParaRPr lang="en-IN" sz="2800" b="1" i="1" u="sng" dirty="0"/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rPr lang="en-IN" dirty="0"/>
              <a:t>                                                       </a:t>
            </a:r>
            <a:r>
              <a:rPr dirty="0"/>
              <a:t> </a:t>
            </a:r>
            <a:r>
              <a:rPr sz="2400" dirty="0"/>
              <a:t>Electric Vehicle Infrastructure &amp; Smart Mobility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309275"/>
            <a:ext cx="12191695" cy="791866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06686" y="283864"/>
            <a:ext cx="39595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2.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686" y="1136569"/>
            <a:ext cx="5964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400" b="1" dirty="0"/>
              <a:t>Why EV charging needs smarter scheduling</a:t>
            </a:r>
            <a:r>
              <a:rPr lang="en-IN" sz="2400" b="1" dirty="0"/>
              <a:t> ?</a:t>
            </a:r>
            <a:endParaRPr sz="24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978352" y="3192898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Real-World Problem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Charging stations can become overcrowded during peak hours.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Drivers may waste time waiting for an available slot.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Manual or first-come scheduling can create inefficient utilization.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06088" y="3170791"/>
            <a:ext cx="72264" cy="3604914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37802" y="3238995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Why It Matters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EV adoption is increasing rapidly.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Long queues reduce user convenience and trust.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Better scheduling can improve charger utilization and reduce idle time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5538" y="3170790"/>
            <a:ext cx="72264" cy="3446418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352429" y="3192898"/>
            <a:ext cx="3429000" cy="3468506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Key Challenges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Different charging durations and battery levels.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Multiple users competing for limited chargers.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Balancing user priority with station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6710" y="3170790"/>
            <a:ext cx="45719" cy="3331347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15D208-0BEA-6BC4-8210-673C6578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6432629" y="180126"/>
            <a:ext cx="5592932" cy="287636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0518" y="200728"/>
            <a:ext cx="4142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3. 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963" y="1040748"/>
            <a:ext cx="76103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800" b="1" dirty="0"/>
              <a:t>A smart, user-friendly scheduler for EV charging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40030"/>
            <a:ext cx="5212080" cy="1910655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Core Idea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Users enter vehicle details, preferred time and charging requirement.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The scheduler assigns the most suitable available slot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3" y="1879133"/>
            <a:ext cx="45719" cy="1871552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8658" y="4266519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Unique Approach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Combines availability, estimated charging time and user priority.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Reduces conflicts and spreads demand across available chargers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665423" y="4339891"/>
            <a:ext cx="45719" cy="1910655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12483" y="2018338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Key Features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Real-time slot availability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Automatic slot allocation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Estimated waiting/charging time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Priority-aware scheduling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Booking confirmation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Admin view for charger utilization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3339" y="2176072"/>
            <a:ext cx="45719" cy="3968255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72971" y="-196596"/>
            <a:ext cx="13802731" cy="714603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-124288" y="276398"/>
            <a:ext cx="34934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/>
              <a:t>4.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33432" y="948148"/>
            <a:ext cx="79701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400" b="1" dirty="0"/>
              <a:t>Simple workflow: Input → Processing → Algorithm → Output</a:t>
            </a:r>
          </a:p>
        </p:txBody>
      </p:sp>
      <p:sp>
        <p:nvSpPr>
          <p:cNvPr id="5" name="Oval 4"/>
          <p:cNvSpPr/>
          <p:nvPr/>
        </p:nvSpPr>
        <p:spPr>
          <a:xfrm>
            <a:off x="-809005" y="1793733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-611317" y="2582292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User Input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Vehicle, battery level, preferred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-684469" y="2606040"/>
            <a:ext cx="73152" cy="192024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-231841" y="2119219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53575" y="1805392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8820" y="253390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Check Data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Available chargers and existing bookings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6999" y="2582292"/>
            <a:ext cx="73152" cy="192024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2593655" y="2109009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496657" y="1788969"/>
            <a:ext cx="640080" cy="640080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6604" y="249228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Scheduler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Find feasible slots and rank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3452" y="2533909"/>
            <a:ext cx="73152" cy="192024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136737" y="2096462"/>
            <a:ext cx="21488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18516" y="1788969"/>
            <a:ext cx="640080" cy="590623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91668" y="2492289"/>
            <a:ext cx="2423160" cy="192024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Output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Best slot + booking confirmation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8516" y="2533909"/>
            <a:ext cx="73152" cy="192024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-872971" y="4965604"/>
            <a:ext cx="113794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334"/>
                </a:solidFill>
              </a:defRPr>
            </a:pPr>
            <a:r>
              <a:rPr sz="2800" dirty="0"/>
              <a:t>User Journey: </a:t>
            </a:r>
            <a:r>
              <a:rPr lang="en-IN" sz="2800" dirty="0"/>
              <a:t>                                                                                               </a:t>
            </a:r>
            <a:r>
              <a:rPr lang="en-IN" sz="2000" dirty="0"/>
              <a:t>                                                                                                               </a:t>
            </a:r>
            <a:r>
              <a:rPr sz="2000" dirty="0"/>
              <a:t>Open app → Select station → Enter requirement → Get recommended slot → Confirm booking → Charge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157030-443B-A867-7CCF-349F8331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583" y="82296"/>
            <a:ext cx="3493487" cy="240999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12848" y="-448056"/>
            <a:ext cx="14787083" cy="7916418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499619" y="226314"/>
            <a:ext cx="81020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5. 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572564" y="1154430"/>
            <a:ext cx="7726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3200" b="1" dirty="0"/>
              <a:t>Simple, practical technology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786386" y="2272284"/>
            <a:ext cx="3921541" cy="4297680"/>
          </a:xfrm>
          <a:prstGeom prst="roundRect">
            <a:avLst>
              <a:gd name="adj" fmla="val 15967"/>
            </a:avLst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3200" dirty="0"/>
              <a:t>Tech Stack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Frontend: HTML, CSS, JavaScript / React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Backend: Python / Node.js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Database: SQLite / MySQL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API: RESTful services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Optional: Maps &amp;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-832105" y="2450592"/>
            <a:ext cx="45719" cy="3968496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42754" y="2361438"/>
            <a:ext cx="3565468" cy="4082796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Main Algorithm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Filter unavailable chargers.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Calculate feasible charging windows.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Score slots using availability, waiting time and priority.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Choose the highest-scoring feasible slot.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3519895" y="2450592"/>
            <a:ext cx="45719" cy="3721608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69445" y="2281428"/>
            <a:ext cx="3383280" cy="4201668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Complexity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For S slots and C chargers, basic scheduling is approximately O(S × C).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Database indexing can reduce lookup time.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Designed to scale by adding more stations and users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46586" y="2450592"/>
            <a:ext cx="45719" cy="3904488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7256" y="204186"/>
            <a:ext cx="44197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rPr sz="3200" u="sng" dirty="0">
                <a:latin typeface="Arial Black" panose="020B0A04020102020204" pitchFamily="34" charset="0"/>
              </a:rPr>
              <a:t>6.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" y="914400"/>
            <a:ext cx="4944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rPr sz="2800" b="1" dirty="0"/>
              <a:t>Illustrative prototype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823" y="1756450"/>
            <a:ext cx="6062117" cy="4819595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194560"/>
            <a:ext cx="5669280" cy="566703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EV ChargePoint — Slot Booking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2897" y="2911432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10:00 AM    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3680018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323C"/>
                </a:solidFill>
              </a:defRPr>
            </a:pPr>
            <a:r>
              <a:rPr dirty="0"/>
              <a:t>11:30 AM     Recommended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4498406"/>
            <a:ext cx="5029200" cy="502920"/>
          </a:xfrm>
          <a:prstGeom prst="round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01:00 PM     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5285674"/>
            <a:ext cx="5029200" cy="502920"/>
          </a:xfrm>
          <a:prstGeom prst="roundRect">
            <a:avLst/>
          </a:prstGeom>
          <a:solidFill>
            <a:srgbClr val="F5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8323C"/>
                </a:solidFill>
              </a:defRPr>
            </a:pPr>
            <a:r>
              <a:rPr dirty="0"/>
              <a:t>02:30 PM     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3454" y="1572857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dirty="0"/>
              <a:t>Sample Output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dirty="0"/>
              <a:t>• Recommended slot: 11:30 AM • Charger 02 • Estimated charge: 45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1499" y="1618000"/>
            <a:ext cx="73152" cy="132588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93763" y="3223395"/>
            <a:ext cx="4800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t>Practical Benefits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t>• Less waiting • Better charger utilization • Simple booking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3454" y="3268538"/>
            <a:ext cx="73152" cy="132588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57416" y="4988629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t>Demo Metrics to Track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t>• Average waiting time, slot utilization, booking conflicts, successful bookings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0048" y="5001326"/>
            <a:ext cx="73152" cy="14173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7454" y="0"/>
            <a:ext cx="12191695" cy="68580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732497" cy="5847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u="sng" dirty="0">
                <a:latin typeface="Arial Black" panose="020B0A04020102020204" pitchFamily="34" charset="0"/>
              </a:rPr>
              <a:t>7. Future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864935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Current Achievement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Working scheduling concept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Slot allocation workflow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User-friendly booking interface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Priority-aware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64935"/>
            <a:ext cx="73152" cy="34747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04345" y="1784866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Future Improvements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Live charger status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Dynamic pricing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EV battery/vehicle integration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Notifications and reminders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760220"/>
            <a:ext cx="73152" cy="3474720"/>
          </a:xfrm>
          <a:prstGeom prst="rect">
            <a:avLst/>
          </a:prstGeom>
          <a:solidFill>
            <a:srgbClr val="F5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11312" y="1718706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164592" rtlCol="0" anchor="ctr"/>
          <a:lstStyle/>
          <a:p>
            <a:pPr algn="ctr">
              <a:defRPr sz="1800" b="1">
                <a:solidFill>
                  <a:srgbClr val="122334"/>
                </a:solidFill>
              </a:defRPr>
            </a:pPr>
            <a:r>
              <a:rPr sz="2800" dirty="0"/>
              <a:t>Scalability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Multiple charging stations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Cloud deployment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Predictive demand forecasting</a:t>
            </a:r>
          </a:p>
          <a:p>
            <a:pPr>
              <a:spcBef>
                <a:spcPts val="700"/>
              </a:spcBef>
              <a:defRPr sz="1300">
                <a:solidFill>
                  <a:srgbClr val="28323C"/>
                </a:solidFill>
              </a:defRPr>
            </a:pPr>
            <a:r>
              <a:rPr sz="1600" dirty="0"/>
              <a:t>• Smart-grid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442" y="1750655"/>
            <a:ext cx="73152" cy="3474720"/>
          </a:xfrm>
          <a:prstGeom prst="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497" y="5814493"/>
            <a:ext cx="79842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E0F5E8"/>
                </a:solidFill>
              </a:defRPr>
            </a:pPr>
            <a:r>
              <a:rPr dirty="0">
                <a:latin typeface="Arial Black" panose="020B0A04020102020204" pitchFamily="34" charset="0"/>
              </a:rPr>
              <a:t>“Charge smarter. Wait less. Move greener.”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7BC76-8F85-7A92-EC4B-A68DF8F7EAB9}"/>
              </a:ext>
            </a:extLst>
          </p:cNvPr>
          <p:cNvSpPr txBox="1"/>
          <p:nvPr/>
        </p:nvSpPr>
        <p:spPr>
          <a:xfrm>
            <a:off x="1979720" y="2494626"/>
            <a:ext cx="9703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dirty="0">
                <a:latin typeface="Bodoni MT Black" panose="02070A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3366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572</Words>
  <Application>Microsoft Office PowerPoint</Application>
  <PresentationFormat>Widescreen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Bodoni MT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SRINITHYA</dc:creator>
  <cp:keywords/>
  <dc:description>generated using python-pptx</dc:description>
  <cp:lastModifiedBy>psrinithya@outlook.com</cp:lastModifiedBy>
  <cp:revision>2</cp:revision>
  <dcterms:created xsi:type="dcterms:W3CDTF">2013-01-27T09:14:16Z</dcterms:created>
  <dcterms:modified xsi:type="dcterms:W3CDTF">2026-10-03T08:53:44Z</dcterms:modified>
  <cp:category/>
</cp:coreProperties>
</file>